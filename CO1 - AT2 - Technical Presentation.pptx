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2"/>
  </p:notesMasterIdLst>
  <p:sldIdLst>
    <p:sldId id="256" r:id="rId3"/>
    <p:sldId id="272" r:id="rId4"/>
    <p:sldId id="257" r:id="rId5"/>
    <p:sldId id="258" r:id="rId6"/>
    <p:sldId id="284" r:id="rId7"/>
    <p:sldId id="285" r:id="rId8"/>
    <p:sldId id="283" r:id="rId9"/>
    <p:sldId id="279" r:id="rId10"/>
    <p:sldId id="269" r:id="rId11"/>
  </p:sldIdLst>
  <p:sldSz cx="12192000" cy="6858000"/>
  <p:notesSz cx="12192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6618F-090A-430C-9D2D-B0837686CC6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5AA01-6E45-48D7-85F1-E7453E77440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95400" y="1708281"/>
            <a:ext cx="9372600" cy="177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28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00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DSA0304 - NATURAL LANGUAGE PROCESSING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00"/>
              </a:spcBef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I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NLP - From rule based systems to modern NLP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322006"/>
            <a:ext cx="381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spc="-2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400" b="1" spc="-13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6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783671"/>
            <a:ext cx="8534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spc="-16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</a:t>
            </a:r>
            <a:r>
              <a:rPr lang="en-US" sz="2800" b="1" spc="-2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29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US" sz="2800" b="1" spc="-8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2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spc="-34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5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US" sz="2800" b="1" spc="-25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10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spc="-22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60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spc="-9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echnica</a:t>
            </a:r>
            <a:r>
              <a:rPr lang="en-US" sz="2800" b="1" spc="-8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spc="-2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Sciences </a:t>
            </a:r>
            <a:endParaRPr lang="en-US" sz="2800" b="1" spc="-10" dirty="0">
              <a:solidFill>
                <a:srgbClr val="EE23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spc="-26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 - </a:t>
            </a:r>
            <a:r>
              <a:rPr lang="en-US" sz="2800" b="1" spc="-28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602105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3247" y="4726883"/>
            <a:ext cx="346739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2400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US" sz="24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Srilakshmi </a:t>
            </a:r>
            <a:endParaRPr lang="en-US" sz="2400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IN" altLang="en-US" sz="24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192425006</a:t>
            </a:r>
            <a:endParaRPr lang="en-US" sz="24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endParaRPr lang="en-US" sz="24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422" y="4726760"/>
            <a:ext cx="212217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Devi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N. Deepa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76910"/>
          </a:xfrm>
        </p:spPr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9580" y="1965960"/>
            <a:ext cx="6477635" cy="387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NLP ?</a:t>
            </a:r>
            <a:b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a branch of Artificial Intelligence (AI) that enables computers to understand, process, and generate human language.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is NLP Important?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human-computer interaction</a:t>
            </a:r>
            <a:r>
              <a:rPr kumimoji="0" lang="en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text and speech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language-related tasks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991985" y="2354580"/>
            <a:ext cx="4766945" cy="31496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4083341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</a:t>
            </a:r>
            <a:endParaRPr lang="en-IN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54115" y="1310640"/>
            <a:ext cx="6250305" cy="535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Rule-Based NLP (1950s–1980s)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manually written grammar rules.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well for simple tasks.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Statistical NLP (1990s)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probabilities and large text datasets.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than rule-based systems.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Machine Learning NLP (2000s)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patterns automatically from data.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translation and text classification.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Modern NLP (2018–Present)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Learning and Transformer models.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context and meaning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57505" y="1701165"/>
            <a:ext cx="5484495" cy="49663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685800"/>
            <a:ext cx="7616571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7240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BASED</a:t>
            </a:r>
            <a:endParaRPr lang="en-IN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11810" y="2049780"/>
            <a:ext cx="6276975" cy="398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NLP uses predefined linguistic rules created by experts to process language.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results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applications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grammar and dictionary rules</a:t>
            </a:r>
            <a:endParaRPr lang="en-US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learning from data</a:t>
            </a:r>
            <a:endParaRPr lang="en-US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simple and structured tasks</a:t>
            </a:r>
            <a:endParaRPr lang="en-US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7252970" y="2049780"/>
            <a:ext cx="4371340" cy="4213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430" y="685800"/>
            <a:ext cx="483933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7240" algn="ctr">
              <a:lnSpc>
                <a:spcPct val="100000"/>
              </a:lnSpc>
              <a:spcBef>
                <a:spcPts val="105"/>
              </a:spcBef>
            </a:pPr>
            <a:r>
              <a:rPr lang="en-US" alt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en-IN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3" name="Picture 2" descr="Screenshot 2026-07-22 1134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" y="2109470"/>
            <a:ext cx="5131435" cy="3284220"/>
          </a:xfrm>
          <a:prstGeom prst="rect">
            <a:avLst/>
          </a:prstGeom>
        </p:spPr>
      </p:pic>
      <p:pic>
        <p:nvPicPr>
          <p:cNvPr id="7" name="Picture 6" descr="Screenshot 2026-07-22 113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20" y="2109470"/>
            <a:ext cx="4711700" cy="3284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430" y="685800"/>
            <a:ext cx="483933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7240" algn="ctr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7" y="2123768"/>
            <a:ext cx="4888630" cy="33134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055" y="2123768"/>
            <a:ext cx="5240592" cy="3313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685800"/>
            <a:ext cx="7616571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7240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11810" y="2049780"/>
            <a:ext cx="6276975" cy="398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Applications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and Virtual Assistants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Detection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Checking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380" y="1986280"/>
            <a:ext cx="6486525" cy="4295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533" y="1688490"/>
            <a:ext cx="1072598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is a branch of AI that helps computers understand human language.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evolved from simple rule-based systems to advanced AI models.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NLP provides higher accuracy and understands context better.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is widely used in healthcare, education, business, customer service, and many other industries.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intelligent AI assistants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multilingual communication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automation and personalized user experiences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7225" y="509270"/>
            <a:ext cx="8338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438400"/>
            <a:ext cx="723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tx2"/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1971</Words>
  <Application>WPS Presentation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Times New Roman</vt:lpstr>
      <vt:lpstr>Wingdings</vt:lpstr>
      <vt:lpstr>Algerian</vt:lpstr>
      <vt:lpstr>Microsoft YaHei</vt:lpstr>
      <vt:lpstr>Arial Unicode MS</vt:lpstr>
      <vt:lpstr>Office Theme</vt:lpstr>
      <vt:lpstr>PowerPoint 演示文稿</vt:lpstr>
      <vt:lpstr>INTRODUCTION</vt:lpstr>
      <vt:lpstr>EVOLUTION</vt:lpstr>
      <vt:lpstr>RULE BASED</vt:lpstr>
      <vt:lpstr>OUTPUT</vt:lpstr>
      <vt:lpstr>OUTPUT</vt:lpstr>
      <vt:lpstr>APPLICATIONS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G.GEYASREE</dc:creator>
  <cp:lastModifiedBy>G.Geyasree Geyasree</cp:lastModifiedBy>
  <cp:revision>8</cp:revision>
  <dcterms:created xsi:type="dcterms:W3CDTF">2026-07-16T16:41:00Z</dcterms:created>
  <dcterms:modified xsi:type="dcterms:W3CDTF">2026-07-22T06:06:35Z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BD4F3C3E9B864BD9BCF1A0DA949BAB4C_13</vt:lpwstr>
  </property>
</Properties>
</file>